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PerfSense: ML-Based Performance Regression Predictor for React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CHETHAN 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BITS ID: 2024TM93208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MTech in Software Engineering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Specialization: Full Stack Engineering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Course: S2-25_SEZG628T (Dissertation)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Cadence Design Systems, Bengaluru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Presentation Outline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1. Problem Statement &amp; Background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2. Research Objectives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3. Proposed Solution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4. Methodology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5. Timeline &amp; Plan of Work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6. Expected Outcomes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The Impact of Performance Issues: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1-second delay in page load time can result in: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• 7% reduction in conversions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• 11% fewer page views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Current Challenges: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Reactive Detection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Performance issues discovered only AFTER deployment to production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Manual &amp; Time-Consuming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Manual code reviews miss performance anti-patterns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Debugging takes 4-8 hours per incident on average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Limited Existing Tools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Tools like Lighthouse, New Relic, Datadog only monitor AFTER deployment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Cannot predict regressions before code reaches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What's Missing in Current Tools?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What Existing Tools Do Well: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✓ Collect runtime metrics from production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✓ Visualize performance trends over time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✓ Alert when thresholds are breached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788"/>
                </a:solidFill>
              </a:rPr>
              <a:t>What's Missing (The Gap):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✗ Cannot predict performance regressions BEFORE deployment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✗ Cannot automatically correlate code changes to performance impact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✗ Do not learn from historical patterns to improve over time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✗ No integration into CI/CD pipelines for early detection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Research 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Primary Objective: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Develop PerfSense - an intelligent platform that predicts performance regressions BEFORE deployment by analyzing code changes using machine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Specific Objectives: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Build ML model to predict regressions from code changes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Target: &gt;75% accuracy, &gt;70% precision, &gt;60% recall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Extract 20-30 performance-relevant features from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Using automated static code analysis and AST parsing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Develop lightweight monitoring SDK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Collect Core Web Vitals with &lt;1% performance overhead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Integrate with GitHub webhooks and CI/CD pipelines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Evaluate on 500-1000 labeled commits from open-source React projects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Proposed Solution: PerfSense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How PerfSense Works: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Step 1: Developer commits code to repository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Step 2: GitHub webhook triggers PerfSense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Step 3: Feature extraction pipeline analyzes the commit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Extracts bundle size changes, code complexity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Detects React-specific patterns (hooks, context, memoization)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Considers historical performance trends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Step 4: ML model predicts regression probability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Returns confidence score and risk level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Identifies contributing factors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Step 5: Alert developer before merge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Via GitHub PR status check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Provides actionable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System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1. Monitoring SDK (JavaScript/TypeScript)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Collects Core Web Vitals (LCP, FID, CLS)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Tracks component render times and bundle sizes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Lightweight: &lt;50KB, &lt;1% performance impact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2. Feature Extraction Pipeline (Python + TypeScript)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Parses code using TypeScript AST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Extracts static metrics and React patterns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Automated analysis on every commit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3. ML Model (Python - XGBoost/LightGBM)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Trained on 500-1000 labeled commits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Predicts regression probability with confidence scores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4. Backend API (Node.js/Express or Python/FastAPI)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PostgreSQL database for metrics and history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GitHub webhook integration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5. Dashboard (React + TypeScript)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Visualize predictions and performance trends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Monitor real-time metrics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1. Data Collection &amp; Labeling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Collect commits from 8-10 popular React repositories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Run Lighthouse CI on historical commits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Label regressions (performance degradation &gt;20%)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Target: 500-1000 labeled commits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2. Feature Engineering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Extract 20-30 features per commit: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Static: bundle size delta, complexity changes, dependency updates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React patterns: new hooks, context providers, missing memoization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Historical: previous metrics, 7-day trends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3. Model Training &amp; Evaluation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Baseline: Logistic Regression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Primary: Gradient Boosting (XGBoost/LightGBM)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Handle class imbalance with SMOTE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Cross-repository validation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Metrics: Accuracy, Precision, Recall, F1-Score, ROC-AUC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Timeline - 4 Months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Month 1: Foundation &amp; Data Preparation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1-2: Literature review (15-20 pages)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3-4: Data collection and labeling (500-1000 commits)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Month 2: Feature Engineering &amp; Model Development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1-2: Build feature extraction pipeline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3-4: Train and evaluate ML models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Month 3: System Implementation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1: Monitoring SDK development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2: Backend API and database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3: ML inference microservice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4: Dashboard development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Month 4: Evaluation &amp; Documentation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1: System evaluation and case studies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2: Refinements and bug fixes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Week 3-4: Dissertation writing (80-100 pages)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Frontend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React 18 + TypeScript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Recharts for data visualization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TailwindCSS for styling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Vite for build tooling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Backend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Node.js with Express (or Python FastAPI)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PostgreSQL database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REST API architecture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Machine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Python 3.9+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XGBoost/LightGBM for prediction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scikit-learn for preprocessing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pandas for data manipulation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DevOps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Docker for containerization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GitHub Actions for CI/CD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• Cloud deployment (AWS/Azure/GCP)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Evaluation Plan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Quantitative Evaluation: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Test on held-out commits (20% of dataset)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Measure: Accuracy, Precision, Recall, F1-Score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ROC-AUC curve and confusion matrix analysis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Compare with baseline approaches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Qualitative Evaluation: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Real-world case studies with 2-3 demo applications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Introduce deliberate performance regressions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Validate system predictions against actual outcomes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Document successes and failures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System Performance: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SDK overhead measurement (&lt;1% target)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Prediction latency (&lt;2 seconds target)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API response times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Expected Outcomes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Academic Contributions: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Novel predictive approach to performance regression detection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Empirical evidence on which code patterns predict regressions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React-specific feature engineering insights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Open dataset of labeled performance regressions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Potential for publication in software engineering conferences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Practical Impact: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Reduce time to detect performance issues from days/hours to minutes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Prevent revenue loss from production regressions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Improve developer productivity by catching issues early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Provide data-driven optimization guidance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Reusable SDK for React performance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Potential Challenges &amp; Mitigation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Challenge 1: Limited labeled regression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Mitigation: Use multiple repositories, synthetic labeling with Lighthouse CI,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handle class imbalance with SMOTE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Challenge 2: Model accuracy may not meet targets initially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Mitigation: Iterative feature engineering, ensemble methods, tune decision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thresholds based on precision-recall tradeoffs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Challenge 3: Integration with different CI/CD systems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Mitigation: Start with GitHub webhooks (most common), provide clear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documentation, keep integration simple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Challenge 4: Time constraints (4 months)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Mitigation: Clear weekly milestones, agile approach, MVP-first mentality,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 optional enhancements only if time permits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Current Status &amp; 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Completed: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Abstract and outline prepared and approved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Problem statement validated with supervisor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Initial literature review started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Technology stack selected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Supervisor and examiner assigned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Next Steps (Month 1):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Complete comprehensive literature review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Identify and clone 8-10 open-source React repositories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Set up Lighthouse CI infrastructure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Begin dataset construction and labeling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Design feature extraction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Current Phase: Month 1 - Foundation &amp; Data Preparation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788"/>
                </a:solidFill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Problem: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Performance regressions discovered too late, causing user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impact and revenue loss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Solution: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PerfSense - ML-based predictive platform that analyzes code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changes BEFORE deployment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Approach: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Train on 500-1000 labeled commits, use XGBoost/LightGBM,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target &gt;75% accuracy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Innovation: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First system combining code analysis with ML for proactive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React performance prediction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Timeline: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4 months with clear milestones and deliverables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Expected Impact: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Faster detection, cost savings, improved developer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productivity, academic contribution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788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CHETHAN 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BITS ID: 2024TM93208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chethans@cadence.com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PerfSense: ML-Based Performance Regression Predictor</dc:title>
  <dc:subject>PptxGenJS Presentation</dc:subject>
  <dc:creator>CHETHAN S</dc:creator>
  <cp:lastModifiedBy>CHETHAN S</cp:lastModifiedBy>
  <cp:revision>1</cp:revision>
  <dcterms:created xsi:type="dcterms:W3CDTF">2026-02-19T17:47:57Z</dcterms:created>
  <dcterms:modified xsi:type="dcterms:W3CDTF">2026-02-19T17:47:57Z</dcterms:modified>
</cp:coreProperties>
</file>